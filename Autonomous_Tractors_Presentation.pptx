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Autonomous Tractors: Revolutionizing Farming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Transforming Agriculture through Innovation</a:t>
            </a:r>
          </a:p>
          <a:p/>
          <a:p>
            <a:r>
              <a:t>Your Name</a:t>
            </a:r>
          </a:p>
          <a:p>
            <a:r>
              <a:t>Date</a:t>
            </a:r>
          </a:p>
          <a:p>
            <a:r>
              <a:t>Institution/Organization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Autonomous Tractors?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Self-driving tractors powered by AI, GPS, and sensors</a:t>
            </a:r>
          </a:p>
          <a:p>
            <a:r>
              <a:t>- Operate with minimal human intervention</a:t>
            </a:r>
          </a:p>
          <a:p>
            <a:r>
              <a:t>- Perform tasks like plowing, seeding, harvesting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Behind Autonomous Tractors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GPS and GIS for navigation</a:t>
            </a:r>
          </a:p>
          <a:p>
            <a:r>
              <a:t>- Sensors &amp; cameras for obstacle detection</a:t>
            </a:r>
          </a:p>
          <a:p>
            <a:r>
              <a:t>- AI and machine learning for decision-making</a:t>
            </a:r>
          </a:p>
          <a:p>
            <a:r>
              <a:t>- Remote monitoring/control through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for Farmers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Increased efficiency and precision</a:t>
            </a:r>
          </a:p>
          <a:p>
            <a:r>
              <a:t>- Reduces labor costs and shortage issues</a:t>
            </a:r>
          </a:p>
          <a:p>
            <a:r>
              <a:t>- Operates 24/7, improves productivity</a:t>
            </a:r>
          </a:p>
          <a:p>
            <a:r>
              <a:t>- Environmentally friendly (optimized input usage)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Studies &amp; Adoption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John Deere, Mahindra, Kubota – examples of companies</a:t>
            </a:r>
          </a:p>
          <a:p>
            <a:r>
              <a:t>- Countries leading adoption (US, Japan, Australia)</a:t>
            </a:r>
          </a:p>
          <a:p>
            <a:r>
              <a:t>- Use in large-scale farms and pilot projects in small farms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Barriers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High cost and maintenance</a:t>
            </a:r>
          </a:p>
          <a:p>
            <a:r>
              <a:t>- Limited use in small, uneven, or remote fields</a:t>
            </a:r>
          </a:p>
          <a:p>
            <a:r>
              <a:t>- Data security and tech literacy</a:t>
            </a:r>
          </a:p>
          <a:p>
            <a:r>
              <a:t>- Need for reliable internet/GPS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Future of Farming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Autonomous tractors are key to smart farming</a:t>
            </a:r>
          </a:p>
          <a:p>
            <a:r>
              <a:t>- More affordable and advanced models are emerging</a:t>
            </a:r>
          </a:p>
          <a:p>
            <a:r>
              <a:t>- Potential to transform agriculture sustainably</a:t>
            </a:r>
          </a:p>
          <a:p>
            <a:r>
              <a:t>- Final quote: “Technology is the new tractor.”</a:t>
            </a:r>
          </a:p>
          <a:p>
            <a:r>
              <a:t>- Call to Action: Embrace innovation to feed the future!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